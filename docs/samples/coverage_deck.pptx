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Issue Coverage: Least-Airtime Ranking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WKFT-TV (WKFT)</a:t>
            </a:r>
          </a:p>
          <a:p>
            <a:r>
              <a:t>Generated 2026-10-02. Synthetic data; not legal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2025: Issues Ranked by Airtime (least covered first)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08000">
                <a:tc>
                  <a:txBody>
                    <a:bodyPr/>
                    <a:lstStyle/>
                    <a:p>
                      <a:r>
                        <a:rPr sz="1400"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Issue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Total minutes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Civic 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43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Economic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53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Transportation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58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68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Public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108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Housing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35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Least-covered issue this quarter: Civic Engagement (43 minutes).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2026: Issues Ranked by Airtime (least covered first)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08000">
                <a:tc>
                  <a:txBody>
                    <a:bodyPr/>
                    <a:lstStyle/>
                    <a:p>
                      <a:r>
                        <a:rPr sz="1400"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Issue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Total minutes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Civic 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39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Economic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52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Transportation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65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73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87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Public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103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134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4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Housing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136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35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Least-covered issue this quarter: Civic Engagement (39 minutes).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